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D03687-0435-4C23-9682-B7AF968FC2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E5E22B-FF54-447B-9292-55B0900D71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DejaVu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DejaVu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DejaVu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DejaVu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DejaVu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DejaVu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DejaVu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DejaVu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DejaVu 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8BEE27C7-4F42-4C3F-9386-D03F2D33DE54}" type="slidenum">
              <a:rPr b="0" lang="en-US" sz="1400" strike="noStrike" u="none">
                <a:solidFill>
                  <a:srgbClr val="000000"/>
                </a:solidFill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DejaVu Sans"/>
              </a:rPr>
              <a:t>Okiru Slide One</a:t>
            </a:r>
            <a:endParaRPr b="0" lang="en-US" sz="18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DejaVu Sans"/>
              </a:rPr>
              <a:t>The quick brown fox jumps over the lazy dog.</a:t>
            </a:r>
            <a:endParaRPr b="0" lang="en-US" sz="18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DejaVu Sans"/>
              </a:rPr>
              <a:t>Okiru Slide Two</a:t>
            </a:r>
            <a:endParaRPr b="0" lang="en-US" sz="1800" strike="noStrike" u="none">
              <a:solidFill>
                <a:srgbClr val="000000"/>
              </a:solidFill>
              <a:uFillTx/>
              <a:latin typeface="DejaVu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DejaVu Sans"/>
              </a:rPr>
              <a:t>This deck verifies real conversion paths.</a:t>
            </a:r>
            <a:endParaRPr b="0" lang="en-US" sz="18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LibreOffice/24.8.7.2$Linux_X86_64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